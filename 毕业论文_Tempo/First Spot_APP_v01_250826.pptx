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First Spot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从产品的角度</a:t>
            </a:r>
            <a:r>
              <a:rPr lang="zh-CN" altLang="en-US"/>
              <a:t>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观察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追问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调研</a:t>
            </a:r>
            <a:r>
              <a:rPr lang="en-US" altLang="zh-CN"/>
              <a:t>-</a:t>
            </a:r>
            <a:r>
              <a:rPr lang="zh-CN" altLang="en-US"/>
              <a:t>用户</a:t>
            </a:r>
            <a:r>
              <a:rPr lang="zh-CN" altLang="en-US"/>
              <a:t>层面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调研</a:t>
            </a:r>
            <a:r>
              <a:rPr lang="en-US" altLang="zh-CN"/>
              <a:t>-</a:t>
            </a:r>
            <a:r>
              <a:rPr lang="zh-CN" altLang="en-US"/>
              <a:t>相关市场</a:t>
            </a:r>
            <a:r>
              <a:rPr lang="zh-CN" altLang="en-US"/>
              <a:t>的现状与</a:t>
            </a:r>
            <a:r>
              <a:rPr lang="zh-CN" altLang="en-US"/>
              <a:t>趋势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调研</a:t>
            </a:r>
            <a:r>
              <a:rPr lang="en-US" altLang="zh-CN"/>
              <a:t>-</a:t>
            </a:r>
            <a:r>
              <a:rPr lang="zh-CN" altLang="en-US"/>
              <a:t>已有哪些相关</a:t>
            </a:r>
            <a:r>
              <a:rPr lang="zh-CN" altLang="en-US"/>
              <a:t>产品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归纳一个</a:t>
            </a:r>
            <a:r>
              <a:rPr lang="zh-CN" altLang="en-US"/>
              <a:t>问题点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Diamond Model</a:t>
            </a:r>
            <a:r>
              <a:rPr lang="zh-CN" altLang="en-US"/>
              <a:t>的确认</a:t>
            </a:r>
            <a:r>
              <a:rPr lang="en-US" altLang="zh-CN"/>
              <a:t> - </a:t>
            </a:r>
            <a:r>
              <a:rPr lang="zh-CN" altLang="en-US"/>
              <a:t>事情（市场、痛点）</a:t>
            </a:r>
            <a:r>
              <a:rPr lang="zh-CN" altLang="en-US"/>
              <a:t>是什么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Review</a:t>
            </a:r>
            <a:r>
              <a:rPr lang="zh-CN" altLang="en-US"/>
              <a:t>一下：还记得双钻模型</a:t>
            </a:r>
            <a:r>
              <a:rPr lang="zh-CN" altLang="en-US"/>
              <a:t>吗</a:t>
            </a:r>
            <a:endParaRPr lang="zh-CN" altLang="en-US"/>
          </a:p>
          <a:p>
            <a:r>
              <a:rPr lang="en-US" altLang="zh-CN"/>
              <a:t>https://www.woshipm.com/ucd/5640174.html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Diamond Model</a:t>
            </a:r>
            <a:r>
              <a:rPr lang="zh-CN" altLang="en-US"/>
              <a:t>的确认</a:t>
            </a:r>
            <a:r>
              <a:rPr lang="en-US" altLang="zh-CN"/>
              <a:t> - </a:t>
            </a:r>
            <a:r>
              <a:rPr lang="zh-CN" altLang="en-US"/>
              <a:t>解决方案可能</a:t>
            </a:r>
            <a:r>
              <a:rPr lang="zh-CN" altLang="en-US"/>
              <a:t>是什么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Diamond Model</a:t>
            </a:r>
            <a:r>
              <a:rPr lang="zh-CN" altLang="en-US"/>
              <a:t>的确认</a:t>
            </a:r>
            <a:r>
              <a:rPr lang="en-US" altLang="zh-CN"/>
              <a:t> - </a:t>
            </a:r>
            <a:r>
              <a:rPr lang="zh-CN" altLang="en-US"/>
              <a:t>解决方案可能</a:t>
            </a:r>
            <a:r>
              <a:rPr lang="zh-CN" altLang="en-US"/>
              <a:t>是什么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First Spot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从</a:t>
            </a:r>
            <a:r>
              <a:rPr lang="zh-CN" altLang="en-US"/>
              <a:t>生意的角度</a:t>
            </a:r>
            <a:r>
              <a:rPr lang="zh-CN" altLang="en-US"/>
              <a:t>看</a:t>
            </a:r>
            <a:endParaRPr lang="zh-CN" altLang="en-US"/>
          </a:p>
          <a:p>
            <a:r>
              <a:rPr lang="zh-CN" altLang="en-US"/>
              <a:t>赚钱的生意？人生简历的</a:t>
            </a:r>
            <a:r>
              <a:rPr lang="zh-CN" altLang="en-US"/>
              <a:t>生意？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H</a:t>
            </a:r>
            <a:r>
              <a:rPr lang="en-US" altLang="zh-CN"/>
              <a:t>ustle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它会盈利吗？还是作为一个简历</a:t>
            </a:r>
            <a:r>
              <a:rPr lang="zh-CN" altLang="en-US"/>
              <a:t>项目？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批评</a:t>
            </a:r>
            <a:r>
              <a:rPr lang="en-US" altLang="zh-CN"/>
              <a:t> - </a:t>
            </a:r>
            <a:r>
              <a:rPr lang="zh-CN" altLang="en-US"/>
              <a:t>来自阳阳子的</a:t>
            </a:r>
            <a:r>
              <a:rPr lang="zh-CN" altLang="en-US"/>
              <a:t>拷打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WPS 演示</Application>
  <PresentationFormat>宽屏</PresentationFormat>
  <Paragraphs>36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Diamond Model的确认 - 事情（市场、痛点）是什么</vt:lpstr>
      <vt:lpstr>Diamond Model的确认 - 解决方案可能是什么</vt:lpstr>
      <vt:lpstr>First Spot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HarryMoMo</cp:lastModifiedBy>
  <cp:revision>160</cp:revision>
  <dcterms:created xsi:type="dcterms:W3CDTF">2019-06-19T02:08:00Z</dcterms:created>
  <dcterms:modified xsi:type="dcterms:W3CDTF">2025-08-26T10:53:38Z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A6ADF446AEF34585B39DD26AD021488C_11</vt:lpwstr>
  </property>
</Properties>
</file>